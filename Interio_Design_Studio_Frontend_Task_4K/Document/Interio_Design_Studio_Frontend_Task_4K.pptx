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high_resolution_ui_website_mockup_co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85800"/>
            <a:ext cx="11155680" cy="5577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6B516"/>
                </a:solidFill>
              </a:defRPr>
            </a:pPr>
            <a:r>
              <a:t>INTERIO DESIGN STUDIO — FRONTEND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Reference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Original reference provided for frontend implementation</a:t>
            </a:r>
          </a:p>
        </p:txBody>
      </p:sp>
      <p:pic>
        <p:nvPicPr>
          <p:cNvPr id="5" name="Picture 4" descr="Interior Design Website UI Concept 🏡✨A premium interior designer website UI crafted with a b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01. 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823" y="1234440"/>
            <a:ext cx="66820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02. 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829" y="1234440"/>
            <a:ext cx="51400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03.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829" y="1234440"/>
            <a:ext cx="51400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04.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199" y="1234440"/>
            <a:ext cx="559529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05. Blog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739" y="1234440"/>
            <a:ext cx="630021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06. Project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687" y="123444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07. Contact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687" y="123444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08. Free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64" y="1234440"/>
            <a:ext cx="527556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09. Projects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372" y="1234440"/>
            <a:ext cx="718495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10. Blog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51" y="1234440"/>
            <a:ext cx="725539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11. 404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CDCD"/>
                </a:solidFill>
              </a:defRPr>
            </a:pPr>
            <a:r>
              <a:t>Frontend implementation reference — maintain the same visual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5257800"/>
          </a:xfrm>
          <a:prstGeom prst="roundRect">
            <a:avLst/>
          </a:prstGeom>
          <a:solidFill>
            <a:srgbClr val="1E1E1E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io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27" y="1234440"/>
            <a:ext cx="719903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Frontend Implementation Checklist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0700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Use React.js with reusable Header, Footer, Button, Card, Form and Gallery components.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01368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Keep the black / cream / gold visual language consistent across every route.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68296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4086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Implement responsive layouts for desktop, tablet and mobile.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35224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0779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Use reusable project, service, blog and portfolio data instead of duplicating JSX.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02152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Add hover, active, focus, loading, empty and validation states.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416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Connect navigation and CTA buttons to the correct routes.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36008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085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Optimize interior images with responsive sizing and lazy loading.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202936"/>
            <a:ext cx="320040" cy="320040"/>
          </a:xfrm>
          <a:prstGeom prst="ellipse">
            <a:avLst/>
          </a:prstGeom>
          <a:solidFill>
            <a:srgbClr val="F6B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3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Keep spacing, typography, borders, radii and icon styles consistent with the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