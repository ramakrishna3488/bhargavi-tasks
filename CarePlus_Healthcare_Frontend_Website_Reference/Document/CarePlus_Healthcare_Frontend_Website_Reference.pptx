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24" b="1"/>
            </a:pPr>
            <a:r>
              <a:t>CarePlus Healthcare — Frontend Website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28"/>
            </a:pPr>
            <a:r>
              <a:t>12 individual UI reference screens generated from the supplied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01 — Home Page</a:t>
            </a:r>
          </a:p>
        </p:txBody>
      </p:sp>
      <p:pic>
        <p:nvPicPr>
          <p:cNvPr id="3" name="Picture 2" descr="01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02 — About Us</a:t>
            </a:r>
          </a:p>
        </p:txBody>
      </p:sp>
      <p:pic>
        <p:nvPicPr>
          <p:cNvPr id="3" name="Picture 2" descr="02_Abou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03 — Our Services</a:t>
            </a:r>
          </a:p>
        </p:txBody>
      </p:sp>
      <p:pic>
        <p:nvPicPr>
          <p:cNvPr id="3" name="Picture 2" descr="03_Our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04 — Find a Doctor</a:t>
            </a:r>
          </a:p>
        </p:txBody>
      </p:sp>
      <p:pic>
        <p:nvPicPr>
          <p:cNvPr id="3" name="Picture 2" descr="04_Find_a_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05 — Doctor Profile</a:t>
            </a:r>
          </a:p>
        </p:txBody>
      </p:sp>
      <p:pic>
        <p:nvPicPr>
          <p:cNvPr id="3" name="Picture 2" descr="05_Docto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06 — Departments</a:t>
            </a:r>
          </a:p>
        </p:txBody>
      </p:sp>
      <p:pic>
        <p:nvPicPr>
          <p:cNvPr id="3" name="Picture 2" descr="06_De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07 — Appointment Booking</a:t>
            </a:r>
          </a:p>
        </p:txBody>
      </p:sp>
      <p:pic>
        <p:nvPicPr>
          <p:cNvPr id="3" name="Picture 2" descr="07_Appointment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08 — Health Checkup Packages</a:t>
            </a:r>
          </a:p>
        </p:txBody>
      </p:sp>
      <p:pic>
        <p:nvPicPr>
          <p:cNvPr id="3" name="Picture 2" descr="08_Health_Checkup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76" y="640080"/>
            <a:ext cx="6847542" cy="60807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09 — Blog</a:t>
            </a:r>
          </a:p>
        </p:txBody>
      </p:sp>
      <p:pic>
        <p:nvPicPr>
          <p:cNvPr id="3" name="Picture 2" descr="09_B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10 — Contact Us</a:t>
            </a:r>
          </a:p>
        </p:txBody>
      </p:sp>
      <p:pic>
        <p:nvPicPr>
          <p:cNvPr id="3" name="Picture 2" descr="10_Contact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11 — FAQ</a:t>
            </a:r>
          </a:p>
        </p:txBody>
      </p:sp>
      <p:pic>
        <p:nvPicPr>
          <p:cNvPr id="3" name="Picture 2" descr="11_F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b="1"/>
            </a:pPr>
            <a:r>
              <a:t>12 — Footer / Newsletter</a:t>
            </a:r>
          </a:p>
        </p:txBody>
      </p:sp>
      <p:pic>
        <p:nvPicPr>
          <p:cNvPr id="3" name="Picture 2" descr="12_Footer_News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7" y="640080"/>
            <a:ext cx="6827520" cy="6080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